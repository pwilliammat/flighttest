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3229-B69F-FA96-1F58-6E1C450B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F777F-957F-2BF1-29E7-670485C52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A3CB0-DE41-60BE-0027-72AB3644B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8E119-EFD4-D5C6-9C17-2B942F3F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08700-4407-3312-46E8-D6B63A6C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0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69E7-E388-C324-9347-663EB142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7F771-B903-6EE4-DFCE-2625F2739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21E48-4370-1BCD-2023-4B5635E2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1A087-8D3E-6A4E-7620-EC170961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CC7F6-0B18-A6D0-7440-B1E2D36E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FAD5-400E-8A98-D6D2-412C8DCB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B751A-B346-9A35-0DFF-AE5477C05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9829-DF34-BA6E-2D89-2337B9A2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5281E-5719-E575-C7FB-061E698B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10A4F-E101-1366-EEF2-60FA581E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8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94B1-6D13-3AE2-98BC-640F863F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E91C5-0EAE-CEA6-4415-34948C42A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E2CB6-EDF3-EC5B-D520-A33E623AC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C2FDA-05E7-FBA5-A645-4321FC5F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A350-FAC5-85B0-28C3-A20AB3FE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2C0AF-AB91-0B22-0C7C-11EB2A95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9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750D-432C-B8C7-EEB0-3F094BBA5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1692D-93FB-223D-A47A-C0A5F571C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44570-A188-7A6A-D01A-A261FEF87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82766-92B7-6B2A-79C1-74FC69001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FCF21-759A-45F6-8ED0-038E47C5F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6B0A31-3714-E04A-F257-9E2513C7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EAD8D-C823-6F4B-7CEC-6DF47706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6F848-0434-BDC6-B49F-358371E8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2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0E82-F4FC-181D-3CFE-6A1A2F58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AEB45-E78E-09B7-D625-090D5D96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E5078-2C92-3946-919A-1AA0911A7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F120A-44A9-5CCA-64C0-8E20ECAD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5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9E845-72E8-D81D-CD77-973E4964A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4AAE5-A2BC-A7B8-7968-90B77417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8F684-CE0C-F945-14CE-5ACC05CD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8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1052-DDD0-D3AB-3568-658712D2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98B03-12BD-5876-D498-B529F89B3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98E74-F1E0-7B06-A501-A4390F734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966F8-5608-F23D-22B5-8EC344470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35785-8B7C-7865-3609-2CF4462F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2D5D1-C444-30EF-4620-D9A9CBAD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2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5AFB-A1CE-1553-1F4C-5494249E0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3BCC2-7D9A-BF2A-FD0A-6FC091C1A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D1F75-17DF-8FCF-A97E-C4C5DC635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CCAB3-F8D7-120C-13CB-E5A19F0D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151C8-ECCF-188F-52F9-D1344B93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29BF9-5B7E-1F09-43A0-DBA81A7F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17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4CA60-C5B3-71F2-3B86-5343E326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FBF01-619A-DF66-9F00-04D9D882A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F2EA6-14BE-8AE1-56A9-83BCF3BB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F1F4E-3C72-4BA9-A9E1-7482D9CC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10C8B-40DD-2203-C48E-722E766F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8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EB9DB-832E-7E89-22F7-A49474432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9A2FF-E215-2767-9ACD-5E6D493C7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C9F09-8E38-E3D6-3621-79F91E1E2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BF327-09B5-F4DB-DD8F-CAB38901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EAF18-2200-5D37-0FA7-60CA58F3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1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42F712-BCB5-FEB5-82F8-E907BE9C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3F6F4-0585-F6B6-A894-9B55308F4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7F15D-E1AA-FF2B-D407-B6C78002D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57BD5-546D-4EAA-8CCA-51AB8A4F39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23959-1431-0362-9461-097F5B53D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CA21F-6186-F077-53FF-635430D85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01E17-7AB4-498B-B611-0455F08CD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9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7EFA9A-4690-8C01-84C6-5296C3E32884}"/>
              </a:ext>
            </a:extLst>
          </p:cNvPr>
          <p:cNvSpPr txBox="1"/>
          <p:nvPr/>
        </p:nvSpPr>
        <p:spPr>
          <a:xfrm>
            <a:off x="457200" y="228600"/>
            <a:ext cx="112776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400" b="1">
                <a:solidFill>
                  <a:srgbClr val="1F2937"/>
                </a:solidFill>
                <a:latin typeface="Aptos" panose="020B0004020202020204" pitchFamily="34" charset="0"/>
              </a:rPr>
              <a:t>Coordinated Capture to MATLAB Analysis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35C9C498-1088-4E29-0F61-E1AD65758E44}"/>
              </a:ext>
            </a:extLst>
          </p:cNvPr>
          <p:cNvSpPr/>
          <p:nvPr/>
        </p:nvSpPr>
        <p:spPr>
          <a:xfrm>
            <a:off x="431800" y="1549400"/>
            <a:ext cx="1524000" cy="1092200"/>
          </a:xfrm>
          <a:prstGeom prst="flowChartProcess">
            <a:avLst/>
          </a:prstGeom>
          <a:solidFill>
            <a:srgbClr val="1F4E79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Testing Machine
PC
Start capture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133E967-9AB4-63A7-7BFA-AC0362701764}"/>
              </a:ext>
            </a:extLst>
          </p:cNvPr>
          <p:cNvSpPr/>
          <p:nvPr/>
        </p:nvSpPr>
        <p:spPr>
          <a:xfrm>
            <a:off x="2159000" y="1549400"/>
            <a:ext cx="1524000" cy="1092200"/>
          </a:xfrm>
          <a:prstGeom prst="flowChartProcess">
            <a:avLst/>
          </a:prstGeom>
          <a:solidFill>
            <a:srgbClr val="B23A48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Raspberry Pi
Log ADS-B
+ GPS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25A1B0D-04CC-A8D9-2924-0DF26245832A}"/>
              </a:ext>
            </a:extLst>
          </p:cNvPr>
          <p:cNvSpPr/>
          <p:nvPr/>
        </p:nvSpPr>
        <p:spPr>
          <a:xfrm>
            <a:off x="3886200" y="1549400"/>
            <a:ext cx="1219200" cy="1092200"/>
          </a:xfrm>
          <a:prstGeom prst="flowChartProcess">
            <a:avLst/>
          </a:prstGeom>
          <a:solidFill>
            <a:srgbClr val="5C6770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USRP
Record IQ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512CECBE-CF24-879F-740D-A5475ACF0DE1}"/>
              </a:ext>
            </a:extLst>
          </p:cNvPr>
          <p:cNvSpPr/>
          <p:nvPr/>
        </p:nvSpPr>
        <p:spPr>
          <a:xfrm>
            <a:off x="5308600" y="1549400"/>
            <a:ext cx="1676400" cy="1092200"/>
          </a:xfrm>
          <a:prstGeom prst="flowChartProcess">
            <a:avLst/>
          </a:prstGeom>
          <a:solidFill>
            <a:srgbClr val="0F766E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Development
Computer
Sync session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BE27EF58-C50A-69E0-1A93-7A90AB85B700}"/>
              </a:ext>
            </a:extLst>
          </p:cNvPr>
          <p:cNvSpPr/>
          <p:nvPr/>
        </p:nvSpPr>
        <p:spPr>
          <a:xfrm>
            <a:off x="7188200" y="1549400"/>
            <a:ext cx="1524000" cy="1092200"/>
          </a:xfrm>
          <a:prstGeom prst="flowChartProcess">
            <a:avLst/>
          </a:prstGeom>
          <a:solidFill>
            <a:srgbClr val="D97706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MATLAB Analysis
Run precheck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DF9E7B1C-E19D-BD1B-B0E0-85B54E4410B4}"/>
              </a:ext>
            </a:extLst>
          </p:cNvPr>
          <p:cNvSpPr/>
          <p:nvPr/>
        </p:nvSpPr>
        <p:spPr>
          <a:xfrm>
            <a:off x="8915400" y="1549400"/>
            <a:ext cx="1270000" cy="1270000"/>
          </a:xfrm>
          <a:prstGeom prst="flowChartDecision">
            <a:avLst/>
          </a:prstGeom>
          <a:solidFill>
            <a:srgbClr val="F2C14E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452D0D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D9E8AC5-6C41-88DB-5D21-3C7F1AB4819C}"/>
              </a:ext>
            </a:extLst>
          </p:cNvPr>
          <p:cNvSpPr/>
          <p:nvPr/>
        </p:nvSpPr>
        <p:spPr>
          <a:xfrm>
            <a:off x="10388600" y="1549400"/>
            <a:ext cx="1524000" cy="1092200"/>
          </a:xfrm>
          <a:prstGeom prst="flowChartProcess">
            <a:avLst/>
          </a:prstGeom>
          <a:solidFill>
            <a:srgbClr val="2E8B57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Run full
analysis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8894D3F8-31D0-881B-FE50-2E689C36F48C}"/>
              </a:ext>
            </a:extLst>
          </p:cNvPr>
          <p:cNvSpPr/>
          <p:nvPr/>
        </p:nvSpPr>
        <p:spPr>
          <a:xfrm>
            <a:off x="8585200" y="3886200"/>
            <a:ext cx="1930400" cy="914400"/>
          </a:xfrm>
          <a:prstGeom prst="flowChartProcess">
            <a:avLst/>
          </a:prstGeom>
          <a:solidFill>
            <a:srgbClr val="C44536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Retune or
recollect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D76757-ACE8-E7BF-6FCB-52FE44F26EC7}"/>
              </a:ext>
            </a:extLst>
          </p:cNvPr>
          <p:cNvCxnSpPr/>
          <p:nvPr/>
        </p:nvCxnSpPr>
        <p:spPr>
          <a:xfrm>
            <a:off x="1955800" y="2095500"/>
            <a:ext cx="203200" cy="0"/>
          </a:xfrm>
          <a:prstGeom prst="line">
            <a:avLst/>
          </a:prstGeom>
          <a:ln w="28575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AA2D76-56DE-A167-33A4-A7AB642B5859}"/>
              </a:ext>
            </a:extLst>
          </p:cNvPr>
          <p:cNvCxnSpPr/>
          <p:nvPr/>
        </p:nvCxnSpPr>
        <p:spPr>
          <a:xfrm>
            <a:off x="3683000" y="2095500"/>
            <a:ext cx="203200" cy="0"/>
          </a:xfrm>
          <a:prstGeom prst="line">
            <a:avLst/>
          </a:prstGeom>
          <a:ln w="28575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BD44BE-C80F-3120-68E0-A465B86C0468}"/>
              </a:ext>
            </a:extLst>
          </p:cNvPr>
          <p:cNvCxnSpPr/>
          <p:nvPr/>
        </p:nvCxnSpPr>
        <p:spPr>
          <a:xfrm>
            <a:off x="5105400" y="2095500"/>
            <a:ext cx="203200" cy="0"/>
          </a:xfrm>
          <a:prstGeom prst="line">
            <a:avLst/>
          </a:prstGeom>
          <a:ln w="28575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ABD01A-3E86-F94F-9832-17091CDA5335}"/>
              </a:ext>
            </a:extLst>
          </p:cNvPr>
          <p:cNvCxnSpPr/>
          <p:nvPr/>
        </p:nvCxnSpPr>
        <p:spPr>
          <a:xfrm>
            <a:off x="6985000" y="2095500"/>
            <a:ext cx="203200" cy="0"/>
          </a:xfrm>
          <a:prstGeom prst="line">
            <a:avLst/>
          </a:prstGeom>
          <a:ln w="28575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14737-EC0E-B416-535C-FDF42701F72D}"/>
              </a:ext>
            </a:extLst>
          </p:cNvPr>
          <p:cNvCxnSpPr/>
          <p:nvPr/>
        </p:nvCxnSpPr>
        <p:spPr>
          <a:xfrm>
            <a:off x="8712200" y="2095500"/>
            <a:ext cx="203200" cy="88900"/>
          </a:xfrm>
          <a:prstGeom prst="line">
            <a:avLst/>
          </a:prstGeom>
          <a:ln w="28575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86BE34-452D-CCC7-DF14-5559C2DEC930}"/>
              </a:ext>
            </a:extLst>
          </p:cNvPr>
          <p:cNvCxnSpPr/>
          <p:nvPr/>
        </p:nvCxnSpPr>
        <p:spPr>
          <a:xfrm flipV="1">
            <a:off x="10185400" y="2095500"/>
            <a:ext cx="203200" cy="88900"/>
          </a:xfrm>
          <a:prstGeom prst="line">
            <a:avLst/>
          </a:prstGeom>
          <a:ln w="28575">
            <a:solidFill>
              <a:srgbClr val="2E8B57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B3290B-03FB-E9DF-1CF9-50F9123BDAEB}"/>
              </a:ext>
            </a:extLst>
          </p:cNvPr>
          <p:cNvCxnSpPr/>
          <p:nvPr/>
        </p:nvCxnSpPr>
        <p:spPr>
          <a:xfrm>
            <a:off x="9550400" y="2819400"/>
            <a:ext cx="0" cy="1066800"/>
          </a:xfrm>
          <a:prstGeom prst="line">
            <a:avLst/>
          </a:prstGeom>
          <a:ln w="28575">
            <a:solidFill>
              <a:srgbClr val="C4453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500B39-D60F-652B-366B-C42217E2B212}"/>
              </a:ext>
            </a:extLst>
          </p:cNvPr>
          <p:cNvSpPr txBox="1"/>
          <p:nvPr/>
        </p:nvSpPr>
        <p:spPr>
          <a:xfrm>
            <a:off x="9956800" y="1295400"/>
            <a:ext cx="5080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100" b="1">
                <a:solidFill>
                  <a:srgbClr val="2E8B57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2456C9-E25F-5D12-BB5D-C327B1B1B4A2}"/>
              </a:ext>
            </a:extLst>
          </p:cNvPr>
          <p:cNvSpPr txBox="1"/>
          <p:nvPr/>
        </p:nvSpPr>
        <p:spPr>
          <a:xfrm>
            <a:off x="9779000" y="3124200"/>
            <a:ext cx="4572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100" b="1">
                <a:solidFill>
                  <a:srgbClr val="C44536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3D1027-FDE7-CD66-D383-BDBCCC52F150}"/>
              </a:ext>
            </a:extLst>
          </p:cNvPr>
          <p:cNvSpPr txBox="1"/>
          <p:nvPr/>
        </p:nvSpPr>
        <p:spPr>
          <a:xfrm>
            <a:off x="457200" y="6248400"/>
            <a:ext cx="112776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900">
                <a:solidFill>
                  <a:srgbClr val="6B7280"/>
                </a:solidFill>
                <a:latin typeface="Aptos" panose="020B0004020202020204" pitchFamily="34" charset="0"/>
              </a:rPr>
              <a:t>Source: coordinated capture, session sync, and direct-path precheck workflow</a:t>
            </a:r>
          </a:p>
        </p:txBody>
      </p:sp>
    </p:spTree>
    <p:extLst>
      <p:ext uri="{BB962C8B-B14F-4D97-AF65-F5344CB8AC3E}">
        <p14:creationId xmlns:p14="http://schemas.microsoft.com/office/powerpoint/2010/main" val="175302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 Williamson</dc:creator>
  <cp:lastModifiedBy>Pat Williamson</cp:lastModifiedBy>
  <cp:revision>1</cp:revision>
  <dcterms:created xsi:type="dcterms:W3CDTF">2026-07-13T15:35:15Z</dcterms:created>
  <dcterms:modified xsi:type="dcterms:W3CDTF">2026-07-13T15:35:15Z</dcterms:modified>
</cp:coreProperties>
</file>