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9bd1b86-e17d-4750-9724-f97ebee70a48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140560d-5304-46b8-83a6-650aac86a57f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fb5f513-c2ec-49f3-9c49-a3f5548e0c67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fd24f9c-f4a1-4117-a145-f9dfe27be6e8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9642525-cd8c-411e-91f9-70315791beca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509b604-b280-4abc-bc63-b75223c01901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ea4dc92-03a2-4f82-bbda-ea0a712ecdfe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d7740ab-8d6d-4365-b094-e31874663b39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8f7f395-1794-4e7a-afc0-c15039841bfc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fe5897-0e73-4054-ac79-8efbbf60f472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System Precheck Review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Generated from MATLAB assets on 2026-07-30 09:37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Geometry Context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217" y="1825625"/>
            <a:ext cx="7653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Direct-Path Source Viability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706" y="1825625"/>
            <a:ext cx="772658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Chain Gain and Noise Figure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944" y="1825625"/>
            <a:ext cx="749011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Levels, Headroom, and Reference Attenuation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075" y="1825625"/>
            <a:ext cx="7383849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Budget Analyzer Component View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RF Budget Analyzer screenshot pending.
Expected artifact path: C:\Users\pwilliam\agenticProjects\flightTest-systemprechecks\SystemPrechecks\Artifacts\Figures\SystemPrecheck_RFBudgetAnalyzer_Newton.png
Run helperOpenSystemPrecheckRfAnalyzer("Newton") in desktop MATLAB.
Capture the native show(budget) component view and save it to the fixed path.
Regenerate the deck after the screenshot is in place.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ROI and Target-Grid Setup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438" y="1825625"/>
            <a:ext cx="7665122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 Deterministic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930" y="1825625"/>
            <a:ext cx="763813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Hudson Deterministic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930" y="1825625"/>
            <a:ext cx="763813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Deterministic Max-SNR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851" y="1825625"/>
            <a:ext cx="7472297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SNR Near the Receiver and Candidate Transmitters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490" y="1825625"/>
            <a:ext cx="787901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Detectability Summary Under the Deterministic Rerun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08" y="1825625"/>
            <a:ext cx="7404382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Scope Boundaries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Direct-path power remains the dominant RF risk and still implies a heavily attenuated reference branch.
Target-path strength is deterministic model output, not field-validated aircraft data.
Adjacent-channel environment, assembled-chain headroom, and interference tolerance still need bench or field checks.
This deck supports pre-hardware plausibility only; it does not claim calibration, DSI cancellation, clutter rejection, or measured detection performance.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