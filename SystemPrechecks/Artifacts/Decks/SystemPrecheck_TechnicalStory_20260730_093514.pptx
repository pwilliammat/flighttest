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45507c2-4199-4680-b6e6-26b9b1d54915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3c5e303-de7f-45df-9178-ef65e2952e97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22328be-65e0-450b-a550-7d75aaf9d94b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fb1eee5-0ff9-4a69-8e69-dc433e208511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decbe60-852e-4079-87d9-ca0378135653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503e4c4-a8cb-4f13-b6a6-a88d7db76514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131bea8-2473-4a1d-8ef3-242b3e4d77c2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2b241840-7d09-4288-8d6d-9334441cda3e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56a98f9-f8d2-4fa9-b8bf-b09353e673a5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acdf9bf-7e27-4bd5-ac74-2fd47c470a40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System Precheck Review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t>Generated from MATLAB assets on 2026-07-30 09:35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and Geometry Context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217" y="1825625"/>
            <a:ext cx="765356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Direct-Path Source Viability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706" y="1825625"/>
            <a:ext cx="772658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Chain Gain and Noise Figure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944" y="1825625"/>
            <a:ext cx="7490111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Levels, Headroom, and Reference Attenuation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075" y="1825625"/>
            <a:ext cx="7383849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Budget Analyzer Component View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RF Budget Analyzer screenshot pending.
Expected artifact path: C:\Users\pwilliam\agenticProjects\flightTest-systemprechecks\SystemPrechecks\Artifacts\Figures\SystemPrecheck_RFBudgetAnalyzer_Newton.png
Run helperOpenSystemPrecheckRfAnalyzer("Newton") in desktop MATLAB.
Capture the native show(budget) component view and save it to the fixed path.
Regenerate the deck after the screenshot is in place.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ROI and Target-Grid Setup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438" y="1825625"/>
            <a:ext cx="7665122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 Deterministic Bistatic 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930" y="1825625"/>
            <a:ext cx="763813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Hudson Deterministic Bistatic 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930" y="1825625"/>
            <a:ext cx="763813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Deterministic Max-SNR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851" y="1825625"/>
            <a:ext cx="7472297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SNR Near the Receiver and Candidate Transmitters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490" y="1825625"/>
            <a:ext cx="787901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Detectability Summary Under the Deterministic Rerun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808" y="1825625"/>
            <a:ext cx="7404382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Scope Boundaries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Direct-path power remains the dominant RF risk and still implies a heavily attenuated reference branch.
Target-path strength is deterministic model output, not field-validated aircraft data.
Adjacent-channel environment, assembled-chain headroom, and interference tolerance still need bench or field checks.
This deck supports pre-hardware plausibility only; it does not claim calibration, DSI cancellation, clutter rejection, or measured detection performance.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