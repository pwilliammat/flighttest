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24" Target="slides/slide19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4cf22ad-20a2-4f61-822f-904793e1207e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9f09f10-5d9e-4729-addb-2f5e0de06290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18a7e2f-48a9-4df9-86a2-98cb1f26e31c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329c780-6671-4b91-a476-44711faae120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d7a6ebc-00e0-4dcf-872e-e2a5f7422d42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a70e103-2a63-4834-ab7b-6df5c94672ab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c0e303b-e70b-49f0-bd5a-24ce7493344d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602d0fb-5855-4ae1-8ecc-9ff735db23c4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6f9c57d-0983-4e76-b6d4-5938b1c751d3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995803a-4f1f-42f9-93d1-b3ff58f11092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4bb346c-5e47-458e-a325-bb45c40fb6e5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7fba13a-99f2-4f64-902a-6314162e9367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12e231e-e0c3-4d80-9da9-7e1b5808c14f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994ab00-877f-4ab7-b607-c295712852a7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0f03706-fe4c-4b6b-8a7e-506decfaf158.pn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e921529-4fb5-4761-9f67-f43d370b5718.png" Type="http://schemas.openxmlformats.org/officeDocument/2006/relationships/image"/>
</Relationships>

</file>

<file path=ppt/slides/_rels/slide1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System Precheck Review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Generated from MATLAB assets on 2026-08-31 11:48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Geometry Context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776" y="1825625"/>
            <a:ext cx="7906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Direct-Path Source Viability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108" y="1825625"/>
            <a:ext cx="7723782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Chain Gain and Noise Figure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02" y="1825625"/>
            <a:ext cx="748739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Levels, Headroom, and Reference Attenuation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414" y="1825625"/>
            <a:ext cx="7381170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Budget Analyzer Component View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RF Budget Analyzer screenshot pending.
Expected artifact path: C:\Users\pwilliam\agenticProjects\flightTest\SystemPrechecks\Artifacts\Figures\SystemPrecheck_RFBudgetAnalyzer_Newton.png
Run helperOpenSystemPrecheckRfAnalyzer("Newton") in desktop MATLAB.
Capture the native show(budget) component view and save it to the fixed path.
Regenerate the deck after the screenshot is in place.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Recovered-ROI Baseline Target-Grid Setup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426" y="1825625"/>
            <a:ext cx="79431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Recovered-ROI Baseline Newton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217" y="1825625"/>
            <a:ext cx="7859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Recovered-ROI Baseline Hudson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217" y="1825625"/>
            <a:ext cx="7859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Recovered-ROI Baseline Combined Max-SNR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206" y="1825625"/>
            <a:ext cx="746958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Recovered-ROI Baseline Regional SNR View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563" y="1825625"/>
            <a:ext cx="7896872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Recovered-ROI Baseline Detectability Summary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152" y="1825625"/>
            <a:ext cx="74016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Corridor Due-West Setup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691" y="1825625"/>
            <a:ext cx="755061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Corridor Newton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217" y="1825625"/>
            <a:ext cx="7859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Corridor Hudson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217" y="1825625"/>
            <a:ext cx="7859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Corridor Combined Max-SNR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206" y="1825625"/>
            <a:ext cx="746958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Corridor Regional SNR View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307" y="1825625"/>
            <a:ext cx="785538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Corridor Detectability Summary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574" y="1825625"/>
            <a:ext cx="743485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Scope Boundaries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Direct-path power remains the dominant RF risk and still implies a heavily attenuated reference branch.
Target-path strength is deterministic model output, not field-validated aircraft data.
Adjacent-channel environment, assembled-chain headroom, and interference tolerance still need bench or field checks.
This deck supports pre-hardware plausibility only; it does not claim calibration, DSI cancellation, clutter rejection, or measured detection performance.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