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14" Target="slides/slide9.xml" Type="http://schemas.openxmlformats.org/officeDocument/2006/relationships/slide"/>
  <Relationship Id="rId15" Target="slides/slide10.xml" Type="http://schemas.openxmlformats.org/officeDocument/2006/relationships/slide"/>
  <Relationship Id="rId16" Target="slides/slide11.xml" Type="http://schemas.openxmlformats.org/officeDocument/2006/relationships/slide"/>
  <Relationship Id="rId17" Target="slides/slide12.xml" Type="http://schemas.openxmlformats.org/officeDocument/2006/relationships/slide"/>
  <Relationship Id="rId18" Target="slides/slide13.xml" Type="http://schemas.openxmlformats.org/officeDocument/2006/relationships/slide"/>
  <Relationship Id="rId19" Target="slides/slide14.xml" Type="http://schemas.openxmlformats.org/officeDocument/2006/relationships/slide"/>
  <Relationship Id="rId2" Target="presProps.xml" Type="http://schemas.openxmlformats.org/officeDocument/2006/relationships/presProps"/>
  <Relationship Id="rId20" Target="slides/slide15.xml" Type="http://schemas.openxmlformats.org/officeDocument/2006/relationships/slide"/>
  <Relationship Id="rId21" Target="slides/slide16.xml" Type="http://schemas.openxmlformats.org/officeDocument/2006/relationships/slide"/>
  <Relationship Id="rId22" Target="slides/slide17.xml" Type="http://schemas.openxmlformats.org/officeDocument/2006/relationships/slide"/>
  <Relationship Id="rId23" Target="slides/slide18.xml" Type="http://schemas.openxmlformats.org/officeDocument/2006/relationships/slide"/>
  <Relationship Id="rId24" Target="slides/slide19.xml" Type="http://schemas.openxmlformats.org/officeDocument/2006/relationships/slide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1.xml" Type="http://schemas.openxmlformats.org/officeDocument/2006/relationships/slideLayout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96ae9aa-daa3-4c84-91c6-e1d9b8713807.png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9631f004-4944-4f70-9947-96ae62b74c69.png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7c2d5c6-fa2e-4ce1-b0b5-398239b5f117.png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ac1ca543-bc06-40ee-84b9-c821b70cd90f.png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_rels/slide7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f5132c95-acc8-4f10-b2d4-92b072447ca2.png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2cd90f5a-b368-4bbe-b179-1d8094a33a99.png" Type="http://schemas.openxmlformats.org/officeDocument/2006/relationships/image"/>
</Relationships>

</file>

<file path=ppt/slides/_rels/slide9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40a9683c-3a24-4b29-97a3-5288a8f0f406.png" Type="http://schemas.openxmlformats.org/officeDocument/2006/relationships/image"/>
</Relationships>

</file>

<file path=ppt/slides/_rels/slide10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a6860fac-7bb1-427e-a140-673fb7e0f88b.png" Type="http://schemas.openxmlformats.org/officeDocument/2006/relationships/image"/>
</Relationships>

</file>

<file path=ppt/slides/_rels/slide11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7219aab7-25ef-4bde-963e-3287b913fd31.png" Type="http://schemas.openxmlformats.org/officeDocument/2006/relationships/image"/>
</Relationships>

</file>

<file path=ppt/slides/_rels/slide1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7cc2719b-76a1-4cc8-aead-9b6e9c7c49bb.png" Type="http://schemas.openxmlformats.org/officeDocument/2006/relationships/image"/>
</Relationships>

</file>

<file path=ppt/slides/_rels/slide1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447fbae9-6f89-4dcf-b305-351aff82fe18.png" Type="http://schemas.openxmlformats.org/officeDocument/2006/relationships/image"/>
</Relationships>

</file>

<file path=ppt/slides/_rels/slide1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4b4b7228-9be6-4208-a1c0-148e9d26ce2e.png" Type="http://schemas.openxmlformats.org/officeDocument/2006/relationships/image"/>
</Relationships>

</file>

<file path=ppt/slides/_rels/slide1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427964fa-ca67-412d-9bc8-f6a160029441.png" Type="http://schemas.openxmlformats.org/officeDocument/2006/relationships/image"/>
</Relationships>

</file>

<file path=ppt/slides/_rels/slide16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c7304457-a008-4268-b721-17aedfa8d0cc.png" Type="http://schemas.openxmlformats.org/officeDocument/2006/relationships/image"/>
</Relationships>

</file>

<file path=ppt/slides/_rels/slide17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13cb3ca1-65b3-4b96-85c0-c1074b5ea66a.png" Type="http://schemas.openxmlformats.org/officeDocument/2006/relationships/image"/>
</Relationships>

</file>

<file path=ppt/slides/_rels/slide18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e83bf145-85c7-401e-8e6d-15693049068c.png" Type="http://schemas.openxmlformats.org/officeDocument/2006/relationships/image"/>
</Relationships>

</file>

<file path=ppt/slides/_rels/slide19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/>
          <a:p>
            <a:r>
              <a:t>System Precheck Review</a:t>
            </a:r>
          </a:p>
        </p:txBody>
      </p:sp>
      <p:sp>
        <p:nvSpPr>
          <p:cNvPr id="3" name="Subtitle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t>Generated from MATLAB assets on 2026-07-30 11:26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Assumptions and Geometry Context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875" y="1825625"/>
            <a:ext cx="7912249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Direct-Path Source Viability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2706" y="1825625"/>
            <a:ext cx="7726586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RF Chain Gain and Noise Figure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944" y="1825625"/>
            <a:ext cx="7490111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RF Levels, Headroom, and Reference Attenuation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4075" y="1825625"/>
            <a:ext cx="7383849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RF Budget Analyzer Component View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Manual RF Budget Analyzer screenshot pending.
Expected artifact path: C:\Users\pwilliam\agenticProjects\flightTest-systemprechecks\SystemPrechecks\Artifacts\Figures\SystemPrecheck_RFBudgetAnalyzer_Newton.png
Run helperOpenSystemPrecheckRfAnalyzer("Newton") in desktop MATLAB.
Capture the native show(budget) component view and save it to the fixed path.
Regenerate the deck after the screenshot is in place.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Recovered-ROI Baseline Target-Grid Setup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969" y="1825625"/>
            <a:ext cx="7946060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Recovered-ROI Baseline Newton Bistatic SNR Coverage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791" y="1825625"/>
            <a:ext cx="786241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Recovered-ROI Baseline Hudson Bistatic SNR Coverage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791" y="1825625"/>
            <a:ext cx="786241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Recovered-ROI Baseline Combined Max-SNR Coverage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851" y="1825625"/>
            <a:ext cx="747229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Recovered-ROI Baseline Regional SNR View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115" y="1825625"/>
            <a:ext cx="7899769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Recovered-ROI Baseline Detectability Summary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808" y="1825625"/>
            <a:ext cx="7404382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Corridor Due-West Setup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306" y="1825625"/>
            <a:ext cx="7553386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Corridor Newton Bistatic SNR Coverage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791" y="1825625"/>
            <a:ext cx="786241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Corridor Hudson Bistatic SNR Coverage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791" y="1825625"/>
            <a:ext cx="786241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Corridor Combined Max-SNR Coverage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851" y="1825625"/>
            <a:ext cx="747229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Corridor Regional SNR View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866" y="1825625"/>
            <a:ext cx="785826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Corridor Detectability Summary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224" y="1825625"/>
            <a:ext cx="7437550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Scope Boundaries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Direct-path power remains the dominant RF risk and still implies a heavily attenuated reference branch.
Target-path strength is deterministic model output, not field-validated aircraft data.
Adjacent-channel environment, assembled-chain headroom, and interference tolerance still need bench or field checks.
This deck supports pre-hardware plausibility only; it does not claim calibration, DSI cancellation, clutter rejection, or measured detection performance.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