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1.xml" Type="http://schemas.openxmlformats.org/officeDocument/2006/relationships/slideLayout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65bc0a30-6e96-4f23-9961-bab75431d2dd.png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ef05c80d-baa5-466d-b8e0-f940a81a7dc0.png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f7eef02-1e37-4c07-a0f5-bf4f40df70bb.png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38122b28-0206-4c72-a3e7-9720584c8e15.png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e2743472-58c2-4428-a88d-893411f4bce5.png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209bb0da-2510-4954-a490-6a7b7a64be4c.png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e8d55bca-8d69-40ba-a027-2f5dd35e3740.png" Type="http://schemas.openxmlformats.org/officeDocument/2006/relationships/image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r>
              <a:t>System Precheck Review</a:t>
            </a:r>
          </a:p>
        </p:txBody>
      </p:sp>
      <p:sp>
        <p:nvSpPr>
          <p:cNvPr id="3" name="Subtitle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t>Generated from MATLAB assets on 2026-07-17 15:09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 Context and Assumptions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62120"/>
            <a:ext cx="10515600" cy="1878347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Illuminator Viability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940" y="1825625"/>
            <a:ext cx="8494119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 Front-End Capturability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3004" y="1825625"/>
            <a:ext cx="6305991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Bistatic Detectability Plausibility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3963" y="1825625"/>
            <a:ext cx="8164073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Link Budget Triage Summary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21508"/>
            <a:ext cx="10515600" cy="1759571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RF Risk Summary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633182"/>
            <a:ext cx="10515600" cy="2736222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Boundaries and Excluded Effects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82386"/>
            <a:ext cx="10515600" cy="1637815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