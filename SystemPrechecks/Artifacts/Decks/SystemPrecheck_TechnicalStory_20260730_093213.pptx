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2" Target="presProps.xml" Type="http://schemas.openxmlformats.org/officeDocument/2006/relationships/presProps"/>
  <Relationship Id="rId3" Target="viewProps.xml" Type="http://schemas.openxmlformats.org/officeDocument/2006/relationships/viewProps"/>
  <Relationship Id="rId4" Target="theme/theme1.xml" Type="http://schemas.openxmlformats.org/officeDocument/2006/relationships/them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cedec0f-8fcd-46e5-b20c-ab42e43c697c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241ff74-ad90-4f24-850b-37a36a42ffb8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32efbd1-ea8f-4069-9d66-e70f25afd238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bb34d4d-5ca7-4b5a-8e39-3bb9c6b7baab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13e914e-f248-4d32-9804-8c48530c0dc5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3116bd6-1d89-4f95-b2dc-f6a627457f7d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2bb7e2f-df86-44fa-a2a5-a2a99e7d002f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ea960b8-b902-4b00-ba12-3d6f8bbaab07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5b7afc3-2de3-4999-bc68-cd0717a4e1cf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e3a94ee-0615-40d6-a940-7e8a8886267a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System Precheck Review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t>Generated from MATLAB assets on 2026-07-30 09:32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Assumptions and Geometry Context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217" y="1825625"/>
            <a:ext cx="7653564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Direct-Path Source Viability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706" y="1825625"/>
            <a:ext cx="7726586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Chain Gain and Noise Figure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944" y="1825625"/>
            <a:ext cx="7490111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Levels, Headroom, and Reference Attenuation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075" y="1825625"/>
            <a:ext cx="7383849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 Budget Analyzer Component View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RF Budget Analyzer screenshot pending.
Expected artifact path: C:\Users\pwilliam\agenticProjects\flightTest-systemprechecks\SystemPrechecks\Artifacts\Figures\SystemPrecheck_RFBudgetAnalyzer_Newton.png
Run helperOpenSystemPrecheckRfAnalyzer("Newton") in desktop MATLAB.
Capture the native show(budget) component view and save it to the fixed path.
Regenerate the deck after the screenshot is in place.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ROI and Target-Grid Setup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438" y="1825625"/>
            <a:ext cx="7665122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 Deterministic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930" y="1825625"/>
            <a:ext cx="763813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Hudson Deterministic Bistatic 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930" y="1825625"/>
            <a:ext cx="763813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Deterministic Max-SNR Coverage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851" y="1825625"/>
            <a:ext cx="7472297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SNR Near the Receiver and Candidate Transmitters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6490" y="1825625"/>
            <a:ext cx="7879018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Detectability Summary Under the Deterministic Rerun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808" y="1825625"/>
            <a:ext cx="7404382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Scope Boundaries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Direct-path power remains the dominant RF risk and still implies a heavily attenuated reference branch.
Target-path strength is deterministic model output, not field-validated aircraft data.
Adjacent-channel environment, assembled-chain headroom, and interference tolerance still need bench or field checks.
This deck supports pre-hardware plausibility only; it does not claim calibration, DSI cancellation, clutter rejection, or measured detection performance.</a:t>
            </a:r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